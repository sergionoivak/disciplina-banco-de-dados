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307" r:id="rId6"/>
  </p:sldIdLst>
  <p:sldSz cx="9144000" cy="5143500" type="screen16x9"/>
  <p:notesSz cx="6858000" cy="9144000"/>
  <p:embeddedFontLst>
    <p:embeddedFont>
      <p:font typeface="Maven Pro Medium" panose="020B0604020202020204" charset="0"/>
      <p:regular r:id="rId8"/>
      <p:bold r:id="rId9"/>
    </p:embeddedFont>
    <p:embeddedFont>
      <p:font typeface="Maven Pro SemiBold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248" y="34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803dbf59e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803dbf59e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26e5c96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0426e5c96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426e5c96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0426e5c96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426e5c96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0426e5c96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14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Linguagem de Definição de Dados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(DDL)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3" y="882350"/>
            <a:ext cx="7221876" cy="20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3" y="882350"/>
            <a:ext cx="7221876" cy="207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t="5499"/>
          <a:stretch/>
        </p:blipFill>
        <p:spPr>
          <a:xfrm>
            <a:off x="164450" y="2318497"/>
            <a:ext cx="2836074" cy="26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6">
            <a:alphaModFix/>
          </a:blip>
          <a:srcRect t="10412" b="10222"/>
          <a:stretch/>
        </p:blipFill>
        <p:spPr>
          <a:xfrm>
            <a:off x="5811200" y="2318500"/>
            <a:ext cx="3332802" cy="113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3" y="882350"/>
            <a:ext cx="7221876" cy="207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5">
            <a:alphaModFix/>
          </a:blip>
          <a:srcRect t="5499"/>
          <a:stretch/>
        </p:blipFill>
        <p:spPr>
          <a:xfrm>
            <a:off x="164450" y="2318497"/>
            <a:ext cx="2836074" cy="26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 rotWithShape="1">
          <a:blip r:embed="rId6">
            <a:alphaModFix/>
          </a:blip>
          <a:srcRect t="10412" b="10222"/>
          <a:stretch/>
        </p:blipFill>
        <p:spPr>
          <a:xfrm>
            <a:off x="5811200" y="2318500"/>
            <a:ext cx="3332802" cy="113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7">
            <a:alphaModFix/>
          </a:blip>
          <a:srcRect t="8988" b="9225"/>
          <a:stretch/>
        </p:blipFill>
        <p:spPr>
          <a:xfrm>
            <a:off x="3124950" y="3575725"/>
            <a:ext cx="4883876" cy="144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883ED83-9A2E-4F4D-B965-AD11B4075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4" y="119254"/>
            <a:ext cx="5631657" cy="490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62392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40</Words>
  <Application>Microsoft Office PowerPoint</Application>
  <PresentationFormat>Apresentação na tela (16:9)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Maven Pro SemiBold</vt:lpstr>
      <vt:lpstr>Maven Pro Medium</vt:lpstr>
      <vt:lpstr>Helvetica Neue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6</cp:revision>
  <dcterms:modified xsi:type="dcterms:W3CDTF">2025-09-16T22:46:57Z</dcterms:modified>
</cp:coreProperties>
</file>
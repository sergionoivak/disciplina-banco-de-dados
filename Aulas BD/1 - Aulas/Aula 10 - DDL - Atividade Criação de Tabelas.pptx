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67" r:id="rId2"/>
    <p:sldId id="308" r:id="rId3"/>
    <p:sldId id="309" r:id="rId4"/>
    <p:sldId id="310" r:id="rId5"/>
    <p:sldId id="311" r:id="rId6"/>
    <p:sldId id="304" r:id="rId7"/>
    <p:sldId id="305" r:id="rId8"/>
    <p:sldId id="306" r:id="rId9"/>
    <p:sldId id="288" r:id="rId10"/>
    <p:sldId id="289" r:id="rId11"/>
  </p:sldIdLst>
  <p:sldSz cx="9144000" cy="5143500" type="screen16x9"/>
  <p:notesSz cx="6858000" cy="9144000"/>
  <p:embeddedFontLst>
    <p:embeddedFont>
      <p:font typeface="Maven Pro Medium" panose="020B0604020202020204" charset="0"/>
      <p:regular r:id="rId13"/>
      <p:bold r:id="rId14"/>
    </p:embeddedFont>
    <p:embeddedFont>
      <p:font typeface="Maven Pro SemiBold" panose="020B0604020202020204" charset="0"/>
      <p:regular r:id="rId15"/>
      <p:bold r:id="rId16"/>
    </p:embeddedFont>
    <p:embeddedFont>
      <p:font typeface="Nuni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80" autoAdjust="0"/>
  </p:normalViewPr>
  <p:slideViewPr>
    <p:cSldViewPr snapToGrid="0">
      <p:cViewPr varScale="1">
        <p:scale>
          <a:sx n="115" d="100"/>
          <a:sy n="115" d="100"/>
        </p:scale>
        <p:origin x="52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03dbf59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f803dbf59e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8088dd3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1f8088dd3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7255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8088dd3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1f8088dd3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318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8088dd3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1f8088dd3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857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8088dd3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1f8088dd3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32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8088dd38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1f8088dd38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326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f8088dd38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1f8088dd38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765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f8088dd38a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1f8088dd38a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201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f8088dd38a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g1f8088dd38a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f8088dd38a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1f8088dd38a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</a:t>
            </a:r>
            <a:r>
              <a:rPr lang="pt-BR" sz="3200" i="1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Structured</a:t>
            </a:r>
            <a:r>
              <a:rPr lang="pt-BR" sz="3200" i="1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Query </a:t>
            </a:r>
            <a:r>
              <a:rPr lang="pt-BR" sz="3200" i="1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Language</a:t>
            </a: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(SQL)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b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DDL: Linguagem de Definição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18200" y="808075"/>
            <a:ext cx="8322000" cy="261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ALTER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Após criarmos uma tabela em um banco de dados, podemos alterar sua estrutura com o uso da cláusula ALTER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Deve-se notar que esta alteração é sempre sobre a estrutura da tabela, e não sobre os dados da tabela.</a:t>
            </a: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5F22F07-9569-4961-BA9A-A69CE7400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875" y="3025076"/>
            <a:ext cx="3496249" cy="143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6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18200" y="808075"/>
            <a:ext cx="8322000" cy="17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ALTER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com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ADD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COLUMN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Usado para adicionar uma coluna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0EC513D-A3CF-4183-9DFF-ED81D8EBB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00" y="2141009"/>
            <a:ext cx="4930319" cy="96462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5EA7FF6-8130-4E9B-B4D2-E26239ADF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294" y="3425053"/>
            <a:ext cx="4771240" cy="102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6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18200" y="808075"/>
            <a:ext cx="8322000" cy="17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ALTER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com ALTER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COLUMN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Usado para modificar uma coluna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8F3A56-6333-48CF-8C20-5369D6DD0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02" y="2188413"/>
            <a:ext cx="4982365" cy="78906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BFBB87-E223-44AD-93F0-847157FA3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369" y="3354269"/>
            <a:ext cx="5057336" cy="94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1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18200" y="808075"/>
            <a:ext cx="8322000" cy="17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ALTER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com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DROP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COLUMN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Usado para excluir uma coluna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E536F96-DA78-4F3F-95E3-FCF0E689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170" y="2591389"/>
            <a:ext cx="4714973" cy="12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418200" y="808075"/>
            <a:ext cx="83220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ALTER TABLE com DEFAULT: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DEFAULT 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é usado para definir um valor padrão para uma coluna.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33" name="Google Shape;43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5950" y="2202175"/>
            <a:ext cx="5319995" cy="2519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10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9" name="Google Shape;43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1" name="Google Shape;441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2" name="Google Shape;442;p43"/>
          <p:cNvSpPr txBox="1"/>
          <p:nvPr/>
        </p:nvSpPr>
        <p:spPr>
          <a:xfrm>
            <a:off x="418200" y="808075"/>
            <a:ext cx="8322000" cy="19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ALTER TABLE com CHECK: 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CHECK 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é uma constraint que limita o intervalo de valores que podem ser colocados em uma coluna.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3" name="Google Shape;443;p4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44" name="Google Shape;444;p43"/>
          <p:cNvPicPr preferRelativeResize="0"/>
          <p:nvPr/>
        </p:nvPicPr>
        <p:blipFill rotWithShape="1">
          <a:blip r:embed="rId4">
            <a:alphaModFix/>
          </a:blip>
          <a:srcRect l="1093" t="5770" r="2100" b="7060"/>
          <a:stretch/>
        </p:blipFill>
        <p:spPr>
          <a:xfrm>
            <a:off x="1238187" y="2731975"/>
            <a:ext cx="6398174" cy="204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50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50" name="Google Shape;45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2" name="Google Shape;452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3" name="Google Shape;453;p44"/>
          <p:cNvSpPr txBox="1"/>
          <p:nvPr/>
        </p:nvSpPr>
        <p:spPr>
          <a:xfrm>
            <a:off x="418200" y="808075"/>
            <a:ext cx="83220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DROP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 e IF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EXISTS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 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DROP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é usado para excluir uma tabela</a:t>
            </a:r>
          </a:p>
          <a:p>
            <a:pPr marL="914400" lvl="1" indent="-330200" algn="just" rtl="0"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O comando 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IF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EXISTS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é frequentemente usado com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DROP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para evitar erros ao tentar excluir uma tabela que não existe.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4" name="Google Shape;454;p4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 rotWithShape="1">
          <a:blip r:embed="rId4">
            <a:alphaModFix/>
          </a:blip>
          <a:srcRect b="15354"/>
          <a:stretch/>
        </p:blipFill>
        <p:spPr>
          <a:xfrm>
            <a:off x="1357325" y="2788550"/>
            <a:ext cx="6159901" cy="1854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938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Atividade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1" name="Google Shape;46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3" name="Google Shape;463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4" name="Google Shape;464;p45"/>
          <p:cNvSpPr txBox="1"/>
          <p:nvPr/>
        </p:nvSpPr>
        <p:spPr>
          <a:xfrm>
            <a:off x="418200" y="2491951"/>
            <a:ext cx="827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1000"/>
              </a:spcAft>
              <a:buSzPts val="1800"/>
              <a:buFont typeface="Nunito"/>
              <a:buAutoNum type="arabicParenR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Crie uma base de dados usando comando SQL para o modelo relacional a seguir: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5" name="Google Shape;465;p4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1" name="Google Shape;471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2" name="Google Shape;472;p4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73" name="Google Shape;47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75" y="384175"/>
            <a:ext cx="8839200" cy="412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260</Words>
  <Application>Microsoft Office PowerPoint</Application>
  <PresentationFormat>Apresentação na tela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Maven Pro Medium</vt:lpstr>
      <vt:lpstr>Nunito</vt:lpstr>
      <vt:lpstr>Arial</vt:lpstr>
      <vt:lpstr>Maven Pro SemiBold</vt:lpstr>
      <vt:lpstr>Helvetica Neue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7</cp:revision>
  <dcterms:modified xsi:type="dcterms:W3CDTF">2025-09-13T01:20:39Z</dcterms:modified>
</cp:coreProperties>
</file>